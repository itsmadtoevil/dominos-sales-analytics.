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0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6126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tos"/>
              </a:rPr>
              <a:t>Domino's Sales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31837"/>
                </a:solidFill>
                <a:latin typeface="Aptos"/>
              </a:rPr>
              <a:t>Business Case Study | 2024-2025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6217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Aptos"/>
              </a:rPr>
              <a:t>An end-to-end business analysis project using Excel, SQL Server, and Power BI to understand revenue trends, product performance, discount impact, and customer behavior.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77440"/>
            <a:ext cx="16916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2377440"/>
            <a:ext cx="109728" cy="7772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245059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Aptos"/>
              </a:rPr>
              <a:t>₹55.07M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724912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Aptos"/>
              </a:rPr>
              <a:t>Total Revenue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39" y="2377440"/>
            <a:ext cx="16916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377439" y="2377440"/>
            <a:ext cx="109728" cy="777240"/>
          </a:xfrm>
          <a:prstGeom prst="rect">
            <a:avLst/>
          </a:prstGeom>
          <a:solidFill>
            <a:srgbClr val="00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42032" y="245059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Aptos"/>
              </a:rPr>
              <a:t>50K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2724912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Aptos"/>
              </a:rPr>
              <a:t>Transactions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59" y="2377440"/>
            <a:ext cx="16916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51959" y="2377440"/>
            <a:ext cx="109728" cy="77724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16551" y="245059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Aptos"/>
              </a:rPr>
              <a:t>21K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1" y="2724912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Aptos"/>
              </a:rPr>
              <a:t>Customers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364992"/>
            <a:ext cx="86868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00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3383280"/>
            <a:ext cx="868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06491"/>
                </a:solidFill>
                <a:latin typeface="Aptos"/>
              </a:rPr>
              <a:t>Excel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63040" y="3364992"/>
            <a:ext cx="96012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00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463040" y="3383280"/>
            <a:ext cx="960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06491"/>
                </a:solidFill>
                <a:latin typeface="Aptos"/>
              </a:rPr>
              <a:t>SQL Server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42032" y="3364992"/>
            <a:ext cx="1005840" cy="310896"/>
          </a:xfrm>
          <a:prstGeom prst="roundRect">
            <a:avLst/>
          </a:prstGeom>
          <a:solidFill>
            <a:srgbClr val="FFFFFF"/>
          </a:solidFill>
          <a:ln>
            <a:solidFill>
              <a:srgbClr val="0064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542032" y="338328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06491"/>
                </a:solidFill>
                <a:latin typeface="Aptos"/>
              </a:rPr>
              <a:t>Power BI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777240"/>
            <a:ext cx="480060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78040" y="96012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1837"/>
                </a:solidFill>
                <a:latin typeface="Aptos"/>
              </a:rPr>
              <a:t>Project 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1325880"/>
            <a:ext cx="416052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Understand revenue trends and seasonality.</a:t>
            </a:r>
          </a:p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Identify top cities, products, and ordering patterns.</a:t>
            </a:r>
          </a:p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Analyze discount and channel performance.</a:t>
            </a:r>
          </a:p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Create a portfolio-ready business story.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78040" y="3063240"/>
            <a:ext cx="416052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60920" y="3200400"/>
            <a:ext cx="3794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Aptos"/>
              </a:rPr>
              <a:t>Presented by : Atul Singh Chouhan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3419856"/>
            <a:ext cx="3794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Aptos"/>
              </a:rPr>
              <a:t>Prepared for portfolio and interview presentation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84631"/>
          </a:xfrm>
          <a:prstGeom prst="rect">
            <a:avLst/>
          </a:prstGeom>
          <a:solidFill>
            <a:srgbClr val="00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82296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Domino's Sales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75720" y="73152"/>
            <a:ext cx="502920" cy="219456"/>
          </a:xfrm>
          <a:prstGeom prst="round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75720" y="7772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530352"/>
            <a:ext cx="384048" cy="384048"/>
          </a:xfrm>
          <a:prstGeom prst="round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" y="557784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51560"/>
            <a:ext cx="36576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051560"/>
            <a:ext cx="3657600" cy="301752"/>
          </a:xfrm>
          <a:prstGeom prst="rect">
            <a:avLst/>
          </a:prstGeom>
          <a:solidFill>
            <a:srgbClr val="00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078992"/>
            <a:ext cx="3474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Growth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435607"/>
            <a:ext cx="3474720" cy="4069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Increase revenue by identifying the products, cities, and channels that drive sales.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Understand monthly seasonality and peak ordering periods.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Use actionable insights to improve planning, staffing, and promotions.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1104" y="1051560"/>
            <a:ext cx="36576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61104" y="1051560"/>
            <a:ext cx="3657600" cy="301752"/>
          </a:xfrm>
          <a:prstGeom prst="rect">
            <a:avLst/>
          </a:prstGeom>
          <a:solidFill>
            <a:srgbClr val="00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52544" y="1078992"/>
            <a:ext cx="3474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Product Mix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2544" y="1435607"/>
            <a:ext cx="3474720" cy="4069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Not all pizzas contribute equally to revenue.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Evaluate high-performing and low-performing pizzas by revenue and quantity.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Use category and size analysis to prioritize inventory and menu decisions.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9288" y="1051560"/>
            <a:ext cx="36576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19288" y="1051560"/>
            <a:ext cx="3657600" cy="301752"/>
          </a:xfrm>
          <a:prstGeom prst="rect">
            <a:avLst/>
          </a:prstGeom>
          <a:solidFill>
            <a:srgbClr val="00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10727" y="1078992"/>
            <a:ext cx="3474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Discount Strategy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0727" y="1435607"/>
            <a:ext cx="3474720" cy="4069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Discounting can attract customers but may reduce efficiency if overused.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Analyze how discount tiers affect orders and revenue.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Recommend a balanced discount framework that supports growth and protects value.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2191695" cy="448055"/>
          </a:xfrm>
          <a:prstGeom prst="rect">
            <a:avLst/>
          </a:prstGeom>
          <a:solidFill>
            <a:srgbClr val="00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82296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Domino's Sales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Dataset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75720" y="73152"/>
            <a:ext cx="502920" cy="219456"/>
          </a:xfrm>
          <a:prstGeom prst="round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75720" y="7772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530352"/>
            <a:ext cx="384048" cy="384048"/>
          </a:xfrm>
          <a:prstGeom prst="round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" y="557784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960120"/>
            <a:ext cx="2468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960120"/>
            <a:ext cx="109728" cy="74980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033272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Aptos"/>
              </a:rPr>
              <a:t>50K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307592"/>
            <a:ext cx="2240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Aptos"/>
              </a:rPr>
              <a:t>Transactions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960120"/>
            <a:ext cx="2468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29000" y="960120"/>
            <a:ext cx="109728" cy="74980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93592" y="1033272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Aptos"/>
              </a:rPr>
              <a:t>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1307592"/>
            <a:ext cx="2240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Aptos"/>
              </a:rPr>
              <a:t>Columns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960120"/>
            <a:ext cx="2468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960120"/>
            <a:ext cx="109728" cy="74980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28232" y="1033272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Apto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1307592"/>
            <a:ext cx="2240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Aptos"/>
              </a:rPr>
              <a:t>Cities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960120"/>
            <a:ext cx="2468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98280" y="960120"/>
            <a:ext cx="109728" cy="749808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62872" y="1033272"/>
            <a:ext cx="2240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Aptos"/>
              </a:rPr>
              <a:t>50+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1307592"/>
            <a:ext cx="2240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Aptos"/>
              </a:rPr>
              <a:t>Pizzas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1828800"/>
            <a:ext cx="2514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4360" y="1828800"/>
            <a:ext cx="2514600" cy="301752"/>
          </a:xfrm>
          <a:prstGeom prst="rect">
            <a:avLst/>
          </a:prstGeom>
          <a:solidFill>
            <a:srgbClr val="00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1856231"/>
            <a:ext cx="2331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Order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2212848"/>
            <a:ext cx="23317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order_id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order_date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order_time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store_id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46120" y="1828800"/>
            <a:ext cx="2514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46120" y="1828800"/>
            <a:ext cx="2514600" cy="301752"/>
          </a:xfrm>
          <a:prstGeom prst="rect">
            <a:avLst/>
          </a:prstGeom>
          <a:solidFill>
            <a:srgbClr val="00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37560" y="1856231"/>
            <a:ext cx="2331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Customer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7560" y="2212848"/>
            <a:ext cx="23317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customer_id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city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payment_method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97880" y="1828800"/>
            <a:ext cx="2514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897880" y="1828800"/>
            <a:ext cx="2514600" cy="301752"/>
          </a:xfrm>
          <a:prstGeom prst="rect">
            <a:avLst/>
          </a:prstGeom>
          <a:solidFill>
            <a:srgbClr val="00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89320" y="1856231"/>
            <a:ext cx="2331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Product 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2212848"/>
            <a:ext cx="23317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pizza_name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category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size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quantity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unit_price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49640" y="1828800"/>
            <a:ext cx="2514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549640" y="1828800"/>
            <a:ext cx="2514600" cy="301752"/>
          </a:xfrm>
          <a:prstGeom prst="rect">
            <a:avLst/>
          </a:prstGeom>
          <a:solidFill>
            <a:srgbClr val="00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41080" y="1856231"/>
            <a:ext cx="2331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Promotion 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1080" y="2212848"/>
            <a:ext cx="23317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discount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gst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discount_category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order_value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5440680"/>
            <a:ext cx="10835640" cy="502920"/>
          </a:xfrm>
          <a:prstGeom prst="roundRect">
            <a:avLst/>
          </a:prstGeom>
          <a:solidFill>
            <a:srgbClr val="FFF8E6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85800" y="5440680"/>
            <a:ext cx="10835640" cy="256032"/>
          </a:xfrm>
          <a:prstGeom prst="rect">
            <a:avLst/>
          </a:prstGeom>
          <a:solidFill>
            <a:srgbClr val="F5B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95528" y="5468112"/>
            <a:ext cx="1061618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Why this dataset works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8" y="5788152"/>
            <a:ext cx="10616184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One clean fact table connects time, product, customer, channel, and discount information in a single dataset — perfect for analysis and dashboarding.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00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82296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Domino's Sales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Power BI Dashboard Snapshot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75720" y="73152"/>
            <a:ext cx="502920" cy="219456"/>
          </a:xfrm>
          <a:prstGeom prst="round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75720" y="7772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530352"/>
            <a:ext cx="384048" cy="384048"/>
          </a:xfrm>
          <a:prstGeom prst="round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" y="557784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pic>
        <p:nvPicPr>
          <p:cNvPr id="9" name="Picture 8" descr="image(5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8138160" cy="459983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732520" y="960120"/>
            <a:ext cx="2926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732520" y="960120"/>
            <a:ext cx="2926080" cy="301752"/>
          </a:xfrm>
          <a:prstGeom prst="rect">
            <a:avLst/>
          </a:prstGeom>
          <a:solidFill>
            <a:srgbClr val="00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23960" y="987552"/>
            <a:ext cx="2743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What the dashboard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1344168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KPI cards for revenue, orders, AOV, pizzas sold, and customers.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Trend views for month, city, day, category, and discounts.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2514600"/>
            <a:ext cx="2926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732520" y="2514600"/>
            <a:ext cx="2926080" cy="301752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23960" y="2542032"/>
            <a:ext cx="2743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Interactive filters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2898648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Year, Month, City, Category, Order Type, and Size slicers update the visuals.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4069080"/>
            <a:ext cx="292608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732520" y="4069080"/>
            <a:ext cx="2926080" cy="256032"/>
          </a:xfrm>
          <a:prstGeom prst="rect">
            <a:avLst/>
          </a:prstGeom>
          <a:solidFill>
            <a:srgbClr val="00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42248" y="4096512"/>
            <a:ext cx="270662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Use in 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42248" y="4416552"/>
            <a:ext cx="270662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This slide works as the visual proof that the analysis is complete and interactive.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30936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solidFill>
                  <a:srgbClr val="667085"/>
                </a:solidFill>
                <a:latin typeface="Aptos"/>
              </a:rPr>
              <a:t>Use this slide as the visual proof slide in the case study PPT.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00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82296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Domino's Sales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Product Category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75720" y="73152"/>
            <a:ext cx="502920" cy="219456"/>
          </a:xfrm>
          <a:prstGeom prst="round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75720" y="7772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530352"/>
            <a:ext cx="384048" cy="384048"/>
          </a:xfrm>
          <a:prstGeom prst="round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" y="557784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pic>
        <p:nvPicPr>
          <p:cNvPr id="9" name="Picture 8" descr="image(5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5840"/>
            <a:ext cx="4663440" cy="253888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94960" y="1005840"/>
            <a:ext cx="2743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94960" y="1005840"/>
            <a:ext cx="2743200" cy="301752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0" y="1033272"/>
            <a:ext cx="2560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Revenue by Pizza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389888"/>
            <a:ext cx="2560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Chicken Dominator leads the menu by revenue.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Indi Chicken Tikka and Pepper Barbecue Chicken follow closely.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High-revenue products should be stocked and promoted first.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0" y="3017520"/>
            <a:ext cx="27432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94960" y="3017520"/>
            <a:ext cx="2743200" cy="301752"/>
          </a:xfrm>
          <a:prstGeom prst="rect">
            <a:avLst/>
          </a:prstGeom>
          <a:solidFill>
            <a:srgbClr val="00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0" y="3044951"/>
            <a:ext cx="2560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Category mix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401568"/>
            <a:ext cx="25603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Chicken contributes slightly more revenue than Veg.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The split is balanced enough to compare category performance fairly.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005840"/>
            <a:ext cx="338328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321040" y="1005840"/>
            <a:ext cx="3383280" cy="301752"/>
          </a:xfrm>
          <a:prstGeom prst="rect">
            <a:avLst/>
          </a:prstGeom>
          <a:solidFill>
            <a:srgbClr val="00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1033272"/>
            <a:ext cx="3200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What this means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389888"/>
            <a:ext cx="320040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The product mix is concentrated around a few high-performing pizzas.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A focused menu strategy can support promotions, inventory planning, and combo design.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Use the top pizzas as anchors for advertising and bundle offers.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00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82296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Domino's Sales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Demand Pattern &amp; Ordering Behavior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75720" y="73152"/>
            <a:ext cx="502920" cy="219456"/>
          </a:xfrm>
          <a:prstGeom prst="round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75720" y="7772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530352"/>
            <a:ext cx="384048" cy="384048"/>
          </a:xfrm>
          <a:prstGeom prst="round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" y="557784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143000"/>
            <a:ext cx="28346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143000"/>
            <a:ext cx="109728" cy="86868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216152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Aptos"/>
              </a:rPr>
              <a:t>Midweek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490472"/>
            <a:ext cx="2606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Aptos"/>
              </a:rPr>
              <a:t>Strongest demand day pattern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148840"/>
            <a:ext cx="45720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2148840"/>
            <a:ext cx="4572000" cy="301752"/>
          </a:xfrm>
          <a:prstGeom prst="rect">
            <a:avLst/>
          </a:prstGeom>
          <a:solidFill>
            <a:srgbClr val="00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2176272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Revenue &amp; Orders by 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532888"/>
            <a:ext cx="43891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Wednesday is the strongest day in the dashboard.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The pattern suggests that demand builds through the workweek and peaks midweek.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Use this insight for staffing, inventory, and delivery planning.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0" y="1143000"/>
            <a:ext cx="2743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394960" y="1143000"/>
            <a:ext cx="2743200" cy="301752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0" y="1170432"/>
            <a:ext cx="2560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Peak Hour Window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1527048"/>
            <a:ext cx="2560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Ordering activity clusters around the high-traffic evening period.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The dashboard shows the busiest stretch around 6 PM–9 PM.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94960" y="3154680"/>
            <a:ext cx="27432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394960" y="3154680"/>
            <a:ext cx="2743200" cy="301752"/>
          </a:xfrm>
          <a:prstGeom prst="rect">
            <a:avLst/>
          </a:prstGeom>
          <a:solidFill>
            <a:srgbClr val="00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0" y="3182112"/>
            <a:ext cx="2560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538728"/>
            <a:ext cx="25603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Peak windows require more delivery capacity.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Store operations should be aligned with time-of-day demand.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This helps reduce delays and improve customer experience.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1143000"/>
            <a:ext cx="32461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66760" y="1143000"/>
            <a:ext cx="3246120" cy="301752"/>
          </a:xfrm>
          <a:prstGeom prst="rect">
            <a:avLst/>
          </a:prstGeom>
          <a:solidFill>
            <a:srgbClr val="00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58200" y="1170432"/>
            <a:ext cx="30632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Operational 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1527048"/>
            <a:ext cx="30632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Increase staffing on the strongest days.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Prepare inventory before the evening rush.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Schedule promotions when customer traffic is naturally higher.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Use order-time analysis to improve delivery planning.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66344"/>
          </a:xfrm>
          <a:prstGeom prst="rect">
            <a:avLst/>
          </a:prstGeom>
          <a:solidFill>
            <a:srgbClr val="00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82296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Domino's Sales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Monthly Sales Trend &amp; Seasonality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75720" y="73152"/>
            <a:ext cx="502920" cy="219456"/>
          </a:xfrm>
          <a:prstGeom prst="round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75720" y="7772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530352"/>
            <a:ext cx="384048" cy="384048"/>
          </a:xfrm>
          <a:prstGeom prst="round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" y="557784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pic>
        <p:nvPicPr>
          <p:cNvPr id="9" name="Picture 8" descr="image(5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6629400" cy="517638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0" y="960120"/>
            <a:ext cx="42976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0" y="960120"/>
            <a:ext cx="4297680" cy="301752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0" y="987552"/>
            <a:ext cx="4114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Peak &amp; slow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344168"/>
            <a:ext cx="41148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August is the strongest month at around ₹4.77M.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February is the weakest month at around ₹4.20M.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651760"/>
            <a:ext cx="42976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0" y="2651760"/>
            <a:ext cx="4297680" cy="301752"/>
          </a:xfrm>
          <a:prstGeom prst="rect">
            <a:avLst/>
          </a:prstGeom>
          <a:solidFill>
            <a:srgbClr val="00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06640" y="2679191"/>
            <a:ext cx="4114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Seasonality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035808"/>
            <a:ext cx="41148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Revenue stays in a fairly narrow band, which suggests a stable demand base.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Seasonal peaks can be used for targeted campaigns and stock planning.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4617720"/>
            <a:ext cx="4297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0" y="4617720"/>
            <a:ext cx="4297680" cy="301752"/>
          </a:xfrm>
          <a:prstGeom prst="rect">
            <a:avLst/>
          </a:prstGeom>
          <a:solidFill>
            <a:srgbClr val="00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06640" y="4645152"/>
            <a:ext cx="4114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Business 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5001768"/>
            <a:ext cx="4114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Use weaker months for promotions and stronger months for demand capture.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0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82296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Domino's Sales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Discount Impact on Revenue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75720" y="73152"/>
            <a:ext cx="502920" cy="219456"/>
          </a:xfrm>
          <a:prstGeom prst="round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75720" y="7772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530352"/>
            <a:ext cx="384048" cy="384048"/>
          </a:xfrm>
          <a:prstGeom prst="round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" y="557784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331720"/>
            <a:ext cx="685800" cy="2194560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4572000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Aptos"/>
              </a:rPr>
              <a:t>No Discount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74519" y="2880360"/>
            <a:ext cx="685800" cy="1645920"/>
          </a:xfrm>
          <a:prstGeom prst="rect">
            <a:avLst/>
          </a:prstGeom>
          <a:solidFill>
            <a:srgbClr val="00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28799" y="4572000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Aptos"/>
              </a:rPr>
              <a:t>High Disc.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79" y="3429000"/>
            <a:ext cx="685800" cy="1097280"/>
          </a:xfrm>
          <a:prstGeom prst="rect">
            <a:avLst/>
          </a:prstGeom>
          <a:solidFill>
            <a:srgbClr val="F5B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80360" y="4572000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Aptos"/>
              </a:rPr>
              <a:t>Medium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77639" y="3520440"/>
            <a:ext cx="685800" cy="10058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31920" y="4572000"/>
            <a:ext cx="777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Aptos"/>
              </a:rPr>
              <a:t>Low Disc.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1097280"/>
            <a:ext cx="29718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09160" y="1097280"/>
            <a:ext cx="2971800" cy="301752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1124712"/>
            <a:ext cx="2788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What the pattern suggests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1481328"/>
            <a:ext cx="2788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No Discount contributes the largest share of revenue.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Revenue declines as discount tiers increase.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Deep discounts should be used carefully, not routinely.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60" y="3154680"/>
            <a:ext cx="29718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709160" y="3154680"/>
            <a:ext cx="2971800" cy="301752"/>
          </a:xfrm>
          <a:prstGeom prst="rect">
            <a:avLst/>
          </a:prstGeom>
          <a:solidFill>
            <a:srgbClr val="00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00600" y="3182112"/>
            <a:ext cx="2788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Recommendation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538728"/>
            <a:ext cx="2788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Use targeted discounts for selected products or customer groups.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Reserve stronger discounts for clearance or acquisition campaigns.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0" y="1097280"/>
            <a:ext cx="370332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01000" y="1097280"/>
            <a:ext cx="3703320" cy="301752"/>
          </a:xfrm>
          <a:prstGeom prst="rect">
            <a:avLst/>
          </a:prstGeom>
          <a:solidFill>
            <a:srgbClr val="00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92440" y="1124712"/>
            <a:ext cx="35204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Business conclusion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1481328"/>
            <a:ext cx="3520439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Discounting can lift order volume, but it should not erode value unnecessarily.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The best strategy is to balance traffic growth with revenue protection.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Track discount tiers by revenue, orders, and average order value before scaling offers.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48056"/>
          </a:xfrm>
          <a:prstGeom prst="rect">
            <a:avLst/>
          </a:prstGeom>
          <a:solidFill>
            <a:srgbClr val="00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82296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Domino's Sales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Location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75720" y="73152"/>
            <a:ext cx="502920" cy="219456"/>
          </a:xfrm>
          <a:prstGeom prst="round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75720" y="7772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530352"/>
            <a:ext cx="384048" cy="384048"/>
          </a:xfrm>
          <a:prstGeom prst="round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" y="557784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51560"/>
            <a:ext cx="36118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051560"/>
            <a:ext cx="3611880" cy="301752"/>
          </a:xfrm>
          <a:prstGeom prst="rect">
            <a:avLst/>
          </a:prstGeom>
          <a:solidFill>
            <a:srgbClr val="00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078992"/>
            <a:ext cx="3429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Top locations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435607"/>
            <a:ext cx="3429000" cy="4069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Gurugram, Ghaziabad, Delhi, Jaipur, Noida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These cities appear at the top of the revenue ranking.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Strong locations should be used for premium product launches and campaigns.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1051560"/>
            <a:ext cx="36118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79392" y="1051560"/>
            <a:ext cx="3611880" cy="301752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70831" y="1078992"/>
            <a:ext cx="3429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Bottom locations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1" y="1435607"/>
            <a:ext cx="3429000" cy="4069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Track the lower-performing cities or stores separately.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They may need hyperlocal marketing, assortment tuning, or improved visibility.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5864" y="1051560"/>
            <a:ext cx="36118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55864" y="1051560"/>
            <a:ext cx="3611880" cy="301752"/>
          </a:xfrm>
          <a:prstGeom prst="rect">
            <a:avLst/>
          </a:prstGeom>
          <a:solidFill>
            <a:srgbClr val="00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47304" y="1078992"/>
            <a:ext cx="3429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Targeted intervention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7304" y="1435607"/>
            <a:ext cx="3429000" cy="4069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Use location-specific promotions.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Adjust inventory according to local demand.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Review store performance regularly to close the gap.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0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82296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Domino's Sales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Customer Segmentation &amp; Targeted Strategies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75720" y="73152"/>
            <a:ext cx="502920" cy="219456"/>
          </a:xfrm>
          <a:prstGeom prst="round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75720" y="7772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530352"/>
            <a:ext cx="384048" cy="384048"/>
          </a:xfrm>
          <a:prstGeom prst="round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" y="557784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09728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097280"/>
            <a:ext cx="5212080" cy="301752"/>
          </a:xfrm>
          <a:prstGeom prst="rect">
            <a:avLst/>
          </a:prstGeom>
          <a:solidFill>
            <a:srgbClr val="00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124712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Loyal 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481328"/>
            <a:ext cx="5029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Shop frequently, high order value, prefer digital payments.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Strategy: rewards, exclusive offers, birthday benefits.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09728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097280"/>
            <a:ext cx="5212080" cy="301752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124712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New Customers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481328"/>
            <a:ext cx="5029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First-time buyers with potential to return.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Strategy: welcome offers and follow-up reminders.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33756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3337560"/>
            <a:ext cx="5212080" cy="301752"/>
          </a:xfrm>
          <a:prstGeom prst="rect">
            <a:avLst/>
          </a:prstGeom>
          <a:solidFill>
            <a:srgbClr val="00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364992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Occasional Buyers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721608"/>
            <a:ext cx="5029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Purchase during select periods or campaigns.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Strategy: seasonal bundles and reactivation.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33756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3337560"/>
            <a:ext cx="5212080" cy="301752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3364992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Bargain Hunters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721608"/>
            <a:ext cx="5029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Respond strongly to deep discounts.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Strategy: flash sales and clearance offers.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486400"/>
            <a:ext cx="10881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4360" y="5486400"/>
            <a:ext cx="10881360" cy="30175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5513832"/>
            <a:ext cx="10698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Segmentation helps tailor offers, improve retention, and avoid one-size-fits-all promotions.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65099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Aptos"/>
              </a:rPr>
              <a:t>Segmentation helps tailor offers, improve retention, and avoid one-size-fits-all promotions.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2191695" cy="484631"/>
          </a:xfrm>
          <a:prstGeom prst="rect">
            <a:avLst/>
          </a:prstGeom>
          <a:solidFill>
            <a:srgbClr val="00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82296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Domino's Sales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Strategic Recommendations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75720" y="73152"/>
            <a:ext cx="502920" cy="219456"/>
          </a:xfrm>
          <a:prstGeom prst="round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75720" y="7772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530352"/>
            <a:ext cx="384048" cy="384048"/>
          </a:xfrm>
          <a:prstGeom prst="round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" y="557784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097280"/>
            <a:ext cx="53949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097280"/>
            <a:ext cx="5394960" cy="301752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124712"/>
            <a:ext cx="5212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Quick wins (0–3 months)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481328"/>
            <a:ext cx="5212080" cy="1645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Launch day-of-week and evening flash promotions.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Use SMS/WhatsApp reminders before the strongest ordering periods.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Create bundle offers to lift basket size.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Target underperforming locations with local ads.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097280"/>
            <a:ext cx="53949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097280"/>
            <a:ext cx="5394960" cy="301752"/>
          </a:xfrm>
          <a:prstGeom prst="rect">
            <a:avLst/>
          </a:prstGeom>
          <a:solidFill>
            <a:srgbClr val="00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91072" y="1124712"/>
            <a:ext cx="5212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Long-term strategies (3–12 months)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1481328"/>
            <a:ext cx="5212080" cy="1645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Build a real-time Power BI dashboard for ongoing tracking.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Review product mix and discount policy quarterly.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Strengthen store-level performance monitoring.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Use historical trends to support planning and campaigns.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520440"/>
            <a:ext cx="108813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3520440"/>
            <a:ext cx="10881360" cy="301752"/>
          </a:xfrm>
          <a:prstGeom prst="rect">
            <a:avLst/>
          </a:prstGeom>
          <a:solidFill>
            <a:srgbClr val="00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547872"/>
            <a:ext cx="10698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Why these actions matter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904488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They convert the analysis into practical business action.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They improve revenue, operational planning, and customer engagement.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They make the project stronger for interviews and portfolio presentation.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0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82296"/>
            <a:ext cx="6400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Domino's Sales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7432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75720" y="73152"/>
            <a:ext cx="502920" cy="219456"/>
          </a:xfrm>
          <a:prstGeom prst="round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75720" y="7772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530352"/>
            <a:ext cx="384048" cy="384048"/>
          </a:xfrm>
          <a:prstGeom prst="round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" y="557784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051560"/>
            <a:ext cx="52578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051560"/>
            <a:ext cx="5257800" cy="301752"/>
          </a:xfrm>
          <a:prstGeom prst="rect">
            <a:avLst/>
          </a:prstGeom>
          <a:solidFill>
            <a:srgbClr val="0064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078992"/>
            <a:ext cx="5074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What this project delivers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435607"/>
            <a:ext cx="5074920" cy="4069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A clear view of sales performance across time, products, cities, and channels.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A clean workflow from Excel cleaning to SQL analysis and Power BI reporting.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A business story that explains what happened, why it happened, and what the business should do next.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51560"/>
            <a:ext cx="5349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1051560"/>
            <a:ext cx="5349240" cy="301752"/>
          </a:xfrm>
          <a:prstGeom prst="rect">
            <a:avLst/>
          </a:prstGeom>
          <a:solidFill>
            <a:srgbClr val="E3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1078992"/>
            <a:ext cx="516635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Final takeaway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435607"/>
            <a:ext cx="5166359" cy="4069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This Domino's case study shows how raw transactional data can be turned into business decisions.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The project is designed to be concise, polished, and presentation-ready for interviews and GitHub.</a:t>
            </a:r>
          </a:p>
          <a:p>
            <a:pPr>
              <a:defRPr sz="1100">
                <a:solidFill>
                  <a:srgbClr val="1F2937"/>
                </a:solidFill>
                <a:latin typeface="Aptos"/>
              </a:defRPr>
            </a:pPr>
            <a:r>
              <a:t>Thank you.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34340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Aptos"/>
              </a:rPr>
              <a:t>Presented by : Atul Singh Chouhan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70916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Aptos"/>
              </a:rPr>
              <a:t>Prepared for portfolio and interview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1240</Words>
  <Application>Microsoft Office PowerPoint</Application>
  <PresentationFormat>Widescreen</PresentationFormat>
  <Paragraphs>214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Atul CHOUHAN</cp:lastModifiedBy>
  <cp:revision>2</cp:revision>
  <dcterms:created xsi:type="dcterms:W3CDTF">2013-01-27T09:14:16Z</dcterms:created>
  <dcterms:modified xsi:type="dcterms:W3CDTF">2026-07-27T05:04:51Z</dcterms:modified>
  <cp:category/>
</cp:coreProperties>
</file>